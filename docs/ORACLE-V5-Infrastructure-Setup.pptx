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ourier New"/>
              </a:rPr>
              <a:t>ORACLE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E8E8"/>
                </a:solidFill>
                <a:latin typeface="Courier New"/>
              </a:rPr>
              <a:t>INFRASTRUCTURE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112745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  <a:latin typeface="Courier New"/>
              </a:rPr>
              <a:t>GitHub  ·  Supabase  ·  Environment  ·  Agent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ourier New"/>
              </a:rPr>
              <a:t>second-shot organisation  //  v5.0  //  INTERNAL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02 / 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Situation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365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Repository status unclear — no confirmed org ownership, branch hygiene unknown.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87752"/>
            <a:ext cx="365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Project created but empty. No tables, no auth config, no storage buckets.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56432"/>
            <a:ext cx="365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ORACLE 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Frontend running locally. Backend not connected to any persistent data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25112"/>
            <a:ext cx="365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ENV VARS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API keys not formalised. Risk of accidental exposure in frontend bundle.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93792"/>
            <a:ext cx="365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MIA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68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Agent logic present but operating without approved database 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03 / TARGET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Target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[01]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urier New"/>
              </a:rPr>
              <a:t>Code lives in second-shot/ORACLE-V5 on GitHub under org ownership.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[02]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963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urier New"/>
              </a:rPr>
              <a:t>Supabase project wired: tables defined, auth enabled, storage configured.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009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[03]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0098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urier New"/>
              </a:rPr>
              <a:t>Environment variables stored in .env — never embedded in client bundle.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056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[04]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0565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urier New"/>
              </a:rPr>
              <a:t>Oracle V5 backend communicates with Supabase via server-side API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10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[05]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1032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urier New"/>
              </a:rPr>
              <a:t>Mia agent reads and writes exclusively through approved API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04 / GITHUB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Repository &amp; Source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ORGANISATION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second-shot — not a personal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REPO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ORACLE-V5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DEFAULT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753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main — protected, no direct pushes.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599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FEATURE BRANCHES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799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feature/* or fix/* prefix, PR to merge.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64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COMMIT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846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Atomic commits. Message: type(scope):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PUSH 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.env never committed
.gitignore covers secrets
Build passes before push
No console.log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urier New"/>
              </a:rPr>
              <a:t>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Semantic version tags on stable releases
e.g. v5.0.0, v5.1.0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45920"/>
            <a:ext cx="12700" cy="4572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05 / SUPABASE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Database &amp; Backend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645920" cy="3657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733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ourier New"/>
              </a:rPr>
              <a:t>One Supabase project per environment (dev / prod). Named clearly.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1645920" cy="3657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23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ourier New"/>
              </a:rPr>
              <a:t>Define schema first. Core tables: users, sessions, oracle_log, mia_actions.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91256"/>
            <a:ext cx="1645920" cy="3657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729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729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ourier New"/>
              </a:rPr>
              <a:t>Enable Supabase Auth. Use Row-Level Security on all user-facing tables.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41064"/>
            <a:ext cx="1645920" cy="3657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2277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22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ourier New"/>
              </a:rPr>
              <a:t>Create buckets for any file uploads. Set public/private policy explicitly.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90872"/>
            <a:ext cx="1645920" cy="3657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7258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API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67258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ourier New"/>
              </a:rPr>
              <a:t>anon key (safe for client) · service_role key (server only — never expose).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40680"/>
            <a:ext cx="1645920" cy="3657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4223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urier New"/>
              </a:rPr>
              <a:t>EDGE FUNCS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4223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Courier New"/>
              </a:rPr>
              <a:t>Optional: run server logic close to data without a separate backend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06 / ENVIRONMENT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Secrets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urier New"/>
              </a:rPr>
              <a:t>RULE:  Secrets never touch the frontend bundle.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1064240" cy="23774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ourier New"/>
              </a:rPr>
              <a:t># .env  (git-ignored — never commit)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SUPABASE_URL=https://xxxx.supabase.co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SUPABASE_SERVICE_ROLE_KEY=eyJ...   # server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826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VITE_SUPABASE_URL=https://xxxx.supabase.co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VITE_SUPABASE_ANON_KEY=eyJ...      # safe for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OPENAI_API_KEY=sk-...              # server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▸  VITE_ prefix  → exposed to browser.  Use only for non-secret public config.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▸  No VITE_ prefix → server-side only.  Never reference in frontend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▸  GitHub Secrets → store prod keys in repo Settings › Secrets for CI/CD.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▸  .env.example  → commit a template with blank values so devs know what's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07 / ORACLE V5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Backend → Supabase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37744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BROWSER
(React / Vite)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286000"/>
            <a:ext cx="237744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API ROUTES
(server)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237744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SUPABASE
SDK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2286000"/>
            <a:ext cx="237744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SUPABASE
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7432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urier New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7432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urier New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7432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urier New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ourier New"/>
              </a:rPr>
              <a:t>1.  Browser sends fetch() to /api/* — never directly to Supabase.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ourier New"/>
              </a:rPr>
              <a:t>2.  API route authenticates the request, validates inputs, then calls Supabase SDK.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26863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ourier New"/>
              </a:rPr>
              <a:t>3.  Supabase SDK uses service_role key (env-var only) to interact with the database.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65775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ourier New"/>
              </a:rPr>
              <a:t>4.  Results returned to browser — clean, validated, never raw DB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08 / MIA AGENT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Agent Data Access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669280" cy="19202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NO DIRECT DB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Mia never queries Supabase directly. All reads and writes go through
Oracle V5 API routes which enforce auth and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669280" cy="19202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APPROVED ROUTES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A whitelist of /api/* endpoints defines what Mia can do.
Any route not on the list is unreachable by agent logic.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645920"/>
            <a:ext cx="5669280" cy="19202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783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Every agent action is logged to oracle_log table: timestamp, action,
payload hash, result status. Immutable append-only rows.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840480"/>
            <a:ext cx="5669280" cy="19202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977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3891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API routes apply per-agent rate limits. Runaway loops can't flood the DB.
Circuit breaker pattern on repeated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09 / SAFETY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Non-Negotiable Protocols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BACKUP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Export full project zip before any push or migration. Store locally.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NO SECRET COMMITS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Run git diff --staged before every commit. Flag any key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COMMIT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Tag working states: v5.0-stable, v5.1-supabase-wired, etc.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REVIEW .gitignore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.env, .env.local, *.pem, node_modules, dist/ — all ignored.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0604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BRANCH BEFORE 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Never modify main directly. Feature branch → PR → review → merge.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TEST BEFORE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npm run build must pass. No broken builds on main. Ever.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ROTATE ON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If a key leaks: revoke immediately in Supabase / provider dashboard.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LEAST PRIVILEGE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834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ourier New"/>
              </a:rPr>
              <a:t>Mia agent key has read/append only. service_role never leaves server.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17720"/>
            <a:ext cx="1127455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Courier New"/>
              </a:rPr>
              <a:t>10 / NEXT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urier New"/>
              </a:rPr>
              <a:t>Execution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476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Zip full ORACLE-V5 project. Verify contents. Store backup.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600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GITIGNORE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9476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Confirm .env and secrets are excluded. Audit .gitignore.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060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535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git init (if needed). Stage all. Commit: 'chore: initial v5 export'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0604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6060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535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git remote add origin git@github.com:second-shot/ORACLE-V5.git &amp;&amp; git push -u origin 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49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SUPABASE 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9593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Define tables in Supabase SQL editor. Enable RLS. Test queries.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1188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11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ENV WIRING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593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Create .env with Supabase URL + keys. Confirm server reads them.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54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6177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BACKEND 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9651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Initialise Supabase client in server-only module. Test round-trip.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61772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54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6177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MIA ROUTES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9651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Implement /api/mia/* endpoints. Add logging to oracle_log table.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62356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760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623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BUILD 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971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npm run build. Fix any env-var errors. Confirm no key leaks in bundle.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623560"/>
            <a:ext cx="640080" cy="6858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760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0A0A0"/>
                </a:solidFill>
                <a:latin typeface="Courier New"/>
              </a:rPr>
              <a:t>STEP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6235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CHECKPOINT TAG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971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ourier New"/>
              </a:rPr>
              <a:t>git tag v5.0-connected &amp;&amp; git push origin --tags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